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B5066A-8410-47F3-8B00-7E32D441E6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4A3194-31F0-4FC2-84E5-EB1E82FFD4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95ABB49-1B75-4B06-8A08-B5818FC1BDC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Plano de Demissão 2025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Contato: fulano@empresa.com.br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Projeto sigiloso Ações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Paula Slides</dc:creator>
  <dc:description/>
  <dc:language>en-US</dc:language>
  <cp:lastModifiedBy>Rui Apresentador</cp:lastModifiedBy>
  <cp:revision>0</cp:revision>
  <dc:subject/>
  <dc:title/>
</cp:coreProperties>
</file>